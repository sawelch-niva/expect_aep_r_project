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1" autoAdjust="0"/>
    <p:restoredTop sz="94660"/>
  </p:normalViewPr>
  <p:slideViewPr>
    <p:cSldViewPr snapToGrid="0">
      <p:cViewPr>
        <p:scale>
          <a:sx n="50" d="100"/>
          <a:sy n="50" d="100"/>
        </p:scale>
        <p:origin x="1686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922F2-7540-42E1-9E4C-10883DE81718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8C6C8-8559-4497-B1E2-EF38747ACD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605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8C6C8-8559-4497-B1E2-EF38747ACD9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449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3885-6E6B-409D-2163-64F8C940D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80898-773C-4ECF-2167-9F1CF5997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4AC7B-82EF-FE61-3BF4-A026A5EFA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EBDD-833D-4571-8473-E65C4AD48B7E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564D6-B2A8-1E13-0E2C-F5412B449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F9CB7-F972-38EC-21B2-8C91D9C03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02E2-5974-47C0-8EBC-5C211CF4D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92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AFC0-567A-FD8C-817E-C7C23442B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B8A4C-5F2B-3B44-3F7A-E0474A30D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317EA-1710-8259-62F7-57556B62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EBDD-833D-4571-8473-E65C4AD48B7E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8E60D-9A43-3B03-3146-8BF27F67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2EEA3-3023-8351-DCDE-FD63896C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02E2-5974-47C0-8EBC-5C211CF4D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844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0E660-DF5A-962E-3A55-2ECBFBBBD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D2B78-1C85-FCFE-74F9-C45CF85ED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89E39-FF67-58F9-4465-76A3D7EB4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EBDD-833D-4571-8473-E65C4AD48B7E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0DE4A-7E4C-53CA-B3E7-4F0547A0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DA65E-1B68-3356-5899-5FFCD421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02E2-5974-47C0-8EBC-5C211CF4D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58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ACE23-775D-CBA2-859B-62396E59D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38E70-E203-08CD-7AB9-547FAA3EE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5F122-5912-9E2A-3C7A-5C85FE3D2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D0DDE-6909-654C-8CF5-A8493A441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EBDD-833D-4571-8473-E65C4AD48B7E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A2EE4-347B-B6CB-0B8B-CFC6D213E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97C7A-D5A0-7E16-3D58-E6B9455F0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02E2-5974-47C0-8EBC-5C211CF4D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900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221A7-E6D2-56F9-0BC9-FBE81F2A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CEEF8-17BB-123B-F7BE-9A095E713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6C64F-F69F-C669-6B39-38C30B9F9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C4A190-1288-F121-A2F5-A8734DB77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BA6F4A-2868-8275-C933-E0F29E8EC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ECF09-34D8-2CDD-C42D-30536535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EBDD-833D-4571-8473-E65C4AD48B7E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F1C77-57F2-5664-EAAA-62512190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B3BE33-B72E-4074-8257-34584CA9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02E2-5974-47C0-8EBC-5C211CF4D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21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9570-F233-6F7A-A360-EB5A200C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4E399D-751A-9ED4-DA11-514A67C5C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EBDD-833D-4571-8473-E65C4AD48B7E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927BB-D7D0-DAD2-83B5-59C1E5C1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39938-8BF9-9592-5ACE-29956E4C7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02E2-5974-47C0-8EBC-5C211CF4D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0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18CEFC-A786-425A-E66A-9032DF495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EBDD-833D-4571-8473-E65C4AD48B7E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396E-A50A-63BF-CF0F-7CC5CF89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5EF01-2B49-C885-0C86-2DAC2B977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02E2-5974-47C0-8EBC-5C211CF4D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667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0C1CD-F581-CF11-AC8A-8BEA7CD8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C1EAD-2F0B-47FE-A336-927659318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74F6B-A23B-DC1C-D2E2-124228F36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4E652-FA86-B007-CC73-08215FC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EBDD-833D-4571-8473-E65C4AD48B7E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00A84-FE5C-856A-B7E7-83FC2802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B6A71-7303-5B4C-D8B2-2E206830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02E2-5974-47C0-8EBC-5C211CF4D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71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0889A-B76C-5B64-013C-C7F603763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A0350E-B4D3-1F32-44C3-4DB7DDF9F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2846D-6241-3C81-698B-C5A6AB7AF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F831C-7753-E956-36ED-ED26DEAE5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EBDD-833D-4571-8473-E65C4AD48B7E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F3745-D281-C072-9999-68F39374F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388A7-23B9-9679-0C06-E3CC1A1B1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02E2-5974-47C0-8EBC-5C211CF4D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38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09E4F-ADAD-FB44-67BB-C5D2B722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C1986-02E4-3576-C824-4F1AFF686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FD33F-8365-D8C8-95BE-64A18501B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EBDD-833D-4571-8473-E65C4AD48B7E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B30E8-F6FD-BBBB-31F8-62C5CC0D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B612B-0F7F-BF00-C073-842DED067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02E2-5974-47C0-8EBC-5C211CF4D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67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47CD8-6021-90F1-8806-860A65A80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75BF4-4E3F-F4C7-ABA7-97971AFC6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5EF28-CF69-79A2-25A4-9703C692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EBDD-833D-4571-8473-E65C4AD48B7E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9CBC3-A8A0-B861-A90C-4059F027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A9924-1F76-B757-383B-BDE561E7D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02E2-5974-47C0-8EBC-5C211CF4D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04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1CC23A-2CE7-1C98-F232-5DCA4C3C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07D0B-F598-003C-C153-5676B55E1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E31CE-F24F-B8EB-E8CE-182EB09D2B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6EBDD-833D-4571-8473-E65C4AD48B7E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505A2-A345-CC29-8504-8A6728905B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BDCDB-5253-E87E-593A-8CFEBEBE8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502E2-5974-47C0-8EBC-5C211CF4D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37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6149-3400-C6EC-B7BC-0E6D94474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753930-4475-6D3D-D114-645C4BD7DFD0}"/>
              </a:ext>
            </a:extLst>
          </p:cNvPr>
          <p:cNvSpPr/>
          <p:nvPr/>
        </p:nvSpPr>
        <p:spPr>
          <a:xfrm>
            <a:off x="-2035277" y="-2873829"/>
            <a:ext cx="27027034" cy="162358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4FCCC121-CDB9-20F6-64D8-9E6E8437E0AB}"/>
              </a:ext>
            </a:extLst>
          </p:cNvPr>
          <p:cNvSpPr/>
          <p:nvPr/>
        </p:nvSpPr>
        <p:spPr>
          <a:xfrm rot="5400000">
            <a:off x="4364954" y="-372258"/>
            <a:ext cx="675100" cy="514171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CD96A9-7405-A0C2-4BE4-4CE01812F10D}"/>
              </a:ext>
            </a:extLst>
          </p:cNvPr>
          <p:cNvSpPr/>
          <p:nvPr/>
        </p:nvSpPr>
        <p:spPr>
          <a:xfrm>
            <a:off x="2479585" y="-2044961"/>
            <a:ext cx="6278062" cy="15089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5233D-F31C-9A1F-FAEB-07EC4B3D1D1E}"/>
              </a:ext>
            </a:extLst>
          </p:cNvPr>
          <p:cNvSpPr txBox="1"/>
          <p:nvPr/>
        </p:nvSpPr>
        <p:spPr>
          <a:xfrm>
            <a:off x="4089177" y="-1495912"/>
            <a:ext cx="3072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Search Query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BB84ED3-2F4F-7A58-C03A-2285C4889A8B}"/>
              </a:ext>
            </a:extLst>
          </p:cNvPr>
          <p:cNvGrpSpPr/>
          <p:nvPr/>
        </p:nvGrpSpPr>
        <p:grpSpPr>
          <a:xfrm>
            <a:off x="1470932" y="305705"/>
            <a:ext cx="3799568" cy="1508911"/>
            <a:chOff x="3528332" y="698239"/>
            <a:chExt cx="3799568" cy="150891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EB1EF7-EF56-A484-281F-81B42E12570D}"/>
                </a:ext>
              </a:extLst>
            </p:cNvPr>
            <p:cNvSpPr/>
            <p:nvPr/>
          </p:nvSpPr>
          <p:spPr>
            <a:xfrm>
              <a:off x="3528332" y="698239"/>
              <a:ext cx="3799568" cy="15089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87CA34C-3772-285F-CC6E-6FAB6C87657B}"/>
                </a:ext>
              </a:extLst>
            </p:cNvPr>
            <p:cNvSpPr txBox="1"/>
            <p:nvPr/>
          </p:nvSpPr>
          <p:spPr>
            <a:xfrm>
              <a:off x="3891995" y="975640"/>
              <a:ext cx="307224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PubChem</a:t>
              </a:r>
            </a:p>
            <a:p>
              <a:pPr algn="ctr"/>
              <a:r>
                <a:rPr lang="en-GB" sz="2800" dirty="0"/>
                <a:t>n = 438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C1664D-4B75-5FCF-0172-D9827F2F47AD}"/>
              </a:ext>
            </a:extLst>
          </p:cNvPr>
          <p:cNvGrpSpPr/>
          <p:nvPr/>
        </p:nvGrpSpPr>
        <p:grpSpPr>
          <a:xfrm>
            <a:off x="5992132" y="305706"/>
            <a:ext cx="3799568" cy="1508911"/>
            <a:chOff x="8392432" y="3173238"/>
            <a:chExt cx="3799568" cy="150891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3B1EC29-FD93-3FDF-F23B-5394F71F2369}"/>
                </a:ext>
              </a:extLst>
            </p:cNvPr>
            <p:cNvSpPr/>
            <p:nvPr/>
          </p:nvSpPr>
          <p:spPr>
            <a:xfrm>
              <a:off x="8392432" y="3173238"/>
              <a:ext cx="3799568" cy="15089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D6A2B89-56D7-013C-F5E0-E0CD6486900B}"/>
                </a:ext>
              </a:extLst>
            </p:cNvPr>
            <p:cNvSpPr txBox="1"/>
            <p:nvPr/>
          </p:nvSpPr>
          <p:spPr>
            <a:xfrm>
              <a:off x="8756095" y="3450638"/>
              <a:ext cx="307224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Web of Science</a:t>
              </a:r>
              <a:br>
                <a:rPr lang="en-GB" sz="2800" b="1" dirty="0"/>
              </a:br>
              <a:r>
                <a:rPr lang="en-GB" sz="2800" dirty="0"/>
                <a:t>n = 478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AB31E7F-DE2F-6AAA-CFC2-0C474D66FC8A}"/>
              </a:ext>
            </a:extLst>
          </p:cNvPr>
          <p:cNvGrpSpPr/>
          <p:nvPr/>
        </p:nvGrpSpPr>
        <p:grpSpPr>
          <a:xfrm>
            <a:off x="3725514" y="2418783"/>
            <a:ext cx="3799568" cy="1508911"/>
            <a:chOff x="3528332" y="698239"/>
            <a:chExt cx="3799568" cy="150891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A082EFC-CEB5-4D61-76B3-69E0CBE72C15}"/>
                </a:ext>
              </a:extLst>
            </p:cNvPr>
            <p:cNvSpPr/>
            <p:nvPr/>
          </p:nvSpPr>
          <p:spPr>
            <a:xfrm>
              <a:off x="3528332" y="698239"/>
              <a:ext cx="3799568" cy="15089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3ED80C-48B8-B340-43A1-47D885A68F5E}"/>
                </a:ext>
              </a:extLst>
            </p:cNvPr>
            <p:cNvSpPr txBox="1"/>
            <p:nvPr/>
          </p:nvSpPr>
          <p:spPr>
            <a:xfrm>
              <a:off x="3978627" y="1019672"/>
              <a:ext cx="307224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Deduplication</a:t>
              </a:r>
            </a:p>
            <a:p>
              <a:pPr algn="ctr"/>
              <a:r>
                <a:rPr lang="en-GB" sz="2800" dirty="0"/>
                <a:t>n = 800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C1EC62-C98B-3855-9827-483AA842375A}"/>
              </a:ext>
            </a:extLst>
          </p:cNvPr>
          <p:cNvGrpSpPr/>
          <p:nvPr/>
        </p:nvGrpSpPr>
        <p:grpSpPr>
          <a:xfrm>
            <a:off x="3718832" y="4477336"/>
            <a:ext cx="3799568" cy="1508911"/>
            <a:chOff x="3528332" y="698239"/>
            <a:chExt cx="3799568" cy="1508911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862310A-F11A-CE61-4806-423B7D659048}"/>
                </a:ext>
              </a:extLst>
            </p:cNvPr>
            <p:cNvSpPr/>
            <p:nvPr/>
          </p:nvSpPr>
          <p:spPr>
            <a:xfrm>
              <a:off x="3528332" y="698239"/>
              <a:ext cx="3799568" cy="15089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0EB0105-3836-70EC-1A73-9227A3752BC0}"/>
                </a:ext>
              </a:extLst>
            </p:cNvPr>
            <p:cNvSpPr txBox="1"/>
            <p:nvPr/>
          </p:nvSpPr>
          <p:spPr>
            <a:xfrm>
              <a:off x="3898677" y="792064"/>
              <a:ext cx="307224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Title/Abstract Screened</a:t>
              </a:r>
            </a:p>
            <a:p>
              <a:pPr algn="ctr"/>
              <a:r>
                <a:rPr lang="en-GB" sz="2800" dirty="0"/>
                <a:t>n = 260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62961A8-39D4-ED3F-3A57-F935F17B668B}"/>
              </a:ext>
            </a:extLst>
          </p:cNvPr>
          <p:cNvGrpSpPr/>
          <p:nvPr/>
        </p:nvGrpSpPr>
        <p:grpSpPr>
          <a:xfrm>
            <a:off x="3718832" y="6535889"/>
            <a:ext cx="3799568" cy="1508911"/>
            <a:chOff x="3528332" y="698239"/>
            <a:chExt cx="3799568" cy="150891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1941732-DE8D-F5B8-6E14-08A51DF9D29F}"/>
                </a:ext>
              </a:extLst>
            </p:cNvPr>
            <p:cNvSpPr/>
            <p:nvPr/>
          </p:nvSpPr>
          <p:spPr>
            <a:xfrm>
              <a:off x="3528332" y="698239"/>
              <a:ext cx="3799568" cy="15089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FB1F43C-5F9A-02E0-0476-991C87D0D9AB}"/>
                </a:ext>
              </a:extLst>
            </p:cNvPr>
            <p:cNvSpPr txBox="1"/>
            <p:nvPr/>
          </p:nvSpPr>
          <p:spPr>
            <a:xfrm>
              <a:off x="3898677" y="792064"/>
              <a:ext cx="307224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Full Text Screened</a:t>
              </a:r>
            </a:p>
            <a:p>
              <a:pPr algn="ctr"/>
              <a:r>
                <a:rPr lang="en-GB" sz="2800" dirty="0"/>
                <a:t>n = 224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B5B7629-570E-9F78-EF6A-B9D2A56E4B1D}"/>
              </a:ext>
            </a:extLst>
          </p:cNvPr>
          <p:cNvGrpSpPr/>
          <p:nvPr/>
        </p:nvGrpSpPr>
        <p:grpSpPr>
          <a:xfrm>
            <a:off x="3725514" y="8527338"/>
            <a:ext cx="3799568" cy="848891"/>
            <a:chOff x="3528332" y="698239"/>
            <a:chExt cx="3799568" cy="84889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385B8F1-E71C-E727-720B-3A79BFE7B944}"/>
                </a:ext>
              </a:extLst>
            </p:cNvPr>
            <p:cNvSpPr/>
            <p:nvPr/>
          </p:nvSpPr>
          <p:spPr>
            <a:xfrm>
              <a:off x="3528332" y="698239"/>
              <a:ext cx="3799568" cy="8488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626F437-2605-90DC-3903-0635ECBF0B8F}"/>
                </a:ext>
              </a:extLst>
            </p:cNvPr>
            <p:cNvSpPr txBox="1"/>
            <p:nvPr/>
          </p:nvSpPr>
          <p:spPr>
            <a:xfrm>
              <a:off x="3885313" y="861074"/>
              <a:ext cx="30722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Ranking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C0A469F-8BED-143C-51A1-5F9475A0559B}"/>
              </a:ext>
            </a:extLst>
          </p:cNvPr>
          <p:cNvGrpSpPr/>
          <p:nvPr/>
        </p:nvGrpSpPr>
        <p:grpSpPr>
          <a:xfrm>
            <a:off x="-1657094" y="9858767"/>
            <a:ext cx="14738048" cy="848891"/>
            <a:chOff x="-465134" y="9699876"/>
            <a:chExt cx="14738048" cy="84889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DA73DC5-9E2E-1B1E-122F-4EA3A9797115}"/>
                </a:ext>
              </a:extLst>
            </p:cNvPr>
            <p:cNvSpPr/>
            <p:nvPr/>
          </p:nvSpPr>
          <p:spPr>
            <a:xfrm>
              <a:off x="-465134" y="9699876"/>
              <a:ext cx="2816448" cy="8488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/>
                  </a:solidFill>
                </a:rPr>
                <a:t>1 </a:t>
              </a:r>
              <a:r>
                <a:rPr lang="en-GB" sz="2400" dirty="0">
                  <a:solidFill>
                    <a:schemeClr val="tx1"/>
                  </a:solidFill>
                </a:rPr>
                <a:t>(Least)</a:t>
              </a:r>
            </a:p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n = 7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332A0D2-DA3B-F569-29A1-9FAB0F1DB8C7}"/>
                </a:ext>
              </a:extLst>
            </p:cNvPr>
            <p:cNvSpPr/>
            <p:nvPr/>
          </p:nvSpPr>
          <p:spPr>
            <a:xfrm>
              <a:off x="11456466" y="9699876"/>
              <a:ext cx="2816448" cy="8488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/>
                  </a:solidFill>
                </a:rPr>
                <a:t>5 </a:t>
              </a:r>
              <a:r>
                <a:rPr lang="en-GB" sz="2400" dirty="0">
                  <a:solidFill>
                    <a:schemeClr val="tx1"/>
                  </a:solidFill>
                </a:rPr>
                <a:t>(Most)</a:t>
              </a:r>
            </a:p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n = 9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76E54AD-9D82-4F17-6186-555DE699D6C7}"/>
                </a:ext>
              </a:extLst>
            </p:cNvPr>
            <p:cNvSpPr/>
            <p:nvPr/>
          </p:nvSpPr>
          <p:spPr>
            <a:xfrm>
              <a:off x="2515266" y="9699876"/>
              <a:ext cx="2816448" cy="8488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/>
                  </a:solidFill>
                </a:rPr>
                <a:t>2</a:t>
              </a:r>
            </a:p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 n = 76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D77CBAC-3FAD-AF87-217B-19412DA8A716}"/>
                </a:ext>
              </a:extLst>
            </p:cNvPr>
            <p:cNvSpPr/>
            <p:nvPr/>
          </p:nvSpPr>
          <p:spPr>
            <a:xfrm>
              <a:off x="5495666" y="9699876"/>
              <a:ext cx="2816448" cy="8488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n = 74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7D35317-2A28-7444-6A1F-270899E4C68C}"/>
                </a:ext>
              </a:extLst>
            </p:cNvPr>
            <p:cNvSpPr/>
            <p:nvPr/>
          </p:nvSpPr>
          <p:spPr>
            <a:xfrm>
              <a:off x="8476066" y="9699876"/>
              <a:ext cx="2816448" cy="8488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/>
                  </a:solidFill>
                </a:rPr>
                <a:t>4</a:t>
              </a:r>
            </a:p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 n = 49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E993283-442B-5A35-EEE3-63D5EFA77AAC}"/>
              </a:ext>
            </a:extLst>
          </p:cNvPr>
          <p:cNvGrpSpPr/>
          <p:nvPr/>
        </p:nvGrpSpPr>
        <p:grpSpPr>
          <a:xfrm>
            <a:off x="8399438" y="11450789"/>
            <a:ext cx="3799568" cy="1508911"/>
            <a:chOff x="3528332" y="698239"/>
            <a:chExt cx="3799568" cy="1508911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08A9FF9-8C46-36A0-999C-43CE81EF1B66}"/>
                </a:ext>
              </a:extLst>
            </p:cNvPr>
            <p:cNvSpPr/>
            <p:nvPr/>
          </p:nvSpPr>
          <p:spPr>
            <a:xfrm>
              <a:off x="3528332" y="698239"/>
              <a:ext cx="3799568" cy="15089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8EA80EE-E3F2-06AC-90A9-DC218EA01A45}"/>
                </a:ext>
              </a:extLst>
            </p:cNvPr>
            <p:cNvSpPr txBox="1"/>
            <p:nvPr/>
          </p:nvSpPr>
          <p:spPr>
            <a:xfrm>
              <a:off x="3891995" y="975640"/>
              <a:ext cx="307224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Extraction</a:t>
              </a:r>
            </a:p>
            <a:p>
              <a:pPr algn="ctr"/>
              <a:r>
                <a:rPr lang="en-GB" sz="2800" dirty="0"/>
                <a:t>n = 33 + 1</a:t>
              </a:r>
            </a:p>
          </p:txBody>
        </p:sp>
      </p:grp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92BDD929-A892-0D1C-0246-48A64A0621C8}"/>
              </a:ext>
            </a:extLst>
          </p:cNvPr>
          <p:cNvSpPr/>
          <p:nvPr/>
        </p:nvSpPr>
        <p:spPr>
          <a:xfrm rot="5400000">
            <a:off x="6275330" y="-343178"/>
            <a:ext cx="675100" cy="514171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7FB03E72-E098-158F-83FD-D49ECA4A4E6A}"/>
              </a:ext>
            </a:extLst>
          </p:cNvPr>
          <p:cNvSpPr/>
          <p:nvPr/>
        </p:nvSpPr>
        <p:spPr>
          <a:xfrm rot="5400000">
            <a:off x="4364953" y="1878964"/>
            <a:ext cx="675100" cy="514171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Arrow: Right 91">
            <a:extLst>
              <a:ext uri="{FF2B5EF4-FFF2-40B4-BE49-F238E27FC236}">
                <a16:creationId xmlns:a16="http://schemas.microsoft.com/office/drawing/2014/main" id="{A1C30216-C655-AA47-A1E5-C66F3662386A}"/>
              </a:ext>
            </a:extLst>
          </p:cNvPr>
          <p:cNvSpPr/>
          <p:nvPr/>
        </p:nvSpPr>
        <p:spPr>
          <a:xfrm rot="5400000">
            <a:off x="6275331" y="1869585"/>
            <a:ext cx="675100" cy="514171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1D104E32-4A19-5502-D8CA-BC705F43BB8F}"/>
              </a:ext>
            </a:extLst>
          </p:cNvPr>
          <p:cNvSpPr/>
          <p:nvPr/>
        </p:nvSpPr>
        <p:spPr>
          <a:xfrm rot="5400000">
            <a:off x="5287747" y="3946435"/>
            <a:ext cx="675100" cy="514171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145EBE72-8D50-5920-741B-FDED6E93FA1A}"/>
              </a:ext>
            </a:extLst>
          </p:cNvPr>
          <p:cNvSpPr/>
          <p:nvPr/>
        </p:nvSpPr>
        <p:spPr>
          <a:xfrm rot="5400000">
            <a:off x="5264231" y="6003983"/>
            <a:ext cx="675100" cy="514171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1A784D54-1427-E135-966B-93753C79FED5}"/>
              </a:ext>
            </a:extLst>
          </p:cNvPr>
          <p:cNvSpPr/>
          <p:nvPr/>
        </p:nvSpPr>
        <p:spPr>
          <a:xfrm rot="5400000">
            <a:off x="5264231" y="8075440"/>
            <a:ext cx="675100" cy="514171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Left Brace 95">
            <a:extLst>
              <a:ext uri="{FF2B5EF4-FFF2-40B4-BE49-F238E27FC236}">
                <a16:creationId xmlns:a16="http://schemas.microsoft.com/office/drawing/2014/main" id="{2D13B956-441D-4CA5-6D52-529E89D668C6}"/>
              </a:ext>
            </a:extLst>
          </p:cNvPr>
          <p:cNvSpPr/>
          <p:nvPr/>
        </p:nvSpPr>
        <p:spPr>
          <a:xfrm rot="5400000">
            <a:off x="5557689" y="3711271"/>
            <a:ext cx="188038" cy="11747083"/>
          </a:xfrm>
          <a:prstGeom prst="leftBrace">
            <a:avLst>
              <a:gd name="adj1" fmla="val 0"/>
              <a:gd name="adj2" fmla="val 50000"/>
            </a:avLst>
          </a:prstGeom>
          <a:ln w="762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Left Brace 96">
            <a:extLst>
              <a:ext uri="{FF2B5EF4-FFF2-40B4-BE49-F238E27FC236}">
                <a16:creationId xmlns:a16="http://schemas.microsoft.com/office/drawing/2014/main" id="{E6C050D4-EC0C-7FB6-1EEC-58EE8B30A80B}"/>
              </a:ext>
            </a:extLst>
          </p:cNvPr>
          <p:cNvSpPr/>
          <p:nvPr/>
        </p:nvSpPr>
        <p:spPr>
          <a:xfrm rot="16200000">
            <a:off x="9919336" y="9709782"/>
            <a:ext cx="378913" cy="2832921"/>
          </a:xfrm>
          <a:prstGeom prst="leftBrace">
            <a:avLst>
              <a:gd name="adj1" fmla="val 0"/>
              <a:gd name="adj2" fmla="val 50000"/>
            </a:avLst>
          </a:prstGeom>
          <a:ln w="762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BB91C5-F38E-057F-9057-5B6233F9BB03}"/>
              </a:ext>
            </a:extLst>
          </p:cNvPr>
          <p:cNvSpPr txBox="1"/>
          <p:nvPr/>
        </p:nvSpPr>
        <p:spPr>
          <a:xfrm>
            <a:off x="15019602" y="2418783"/>
            <a:ext cx="81451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Automatic and manual matching of studies by title. Duplicate papers (present in more than one of parent searches) removed.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80B32-3A83-1E16-784C-1483A3C6EDC2}"/>
              </a:ext>
            </a:extLst>
          </p:cNvPr>
          <p:cNvSpPr txBox="1"/>
          <p:nvPr/>
        </p:nvSpPr>
        <p:spPr>
          <a:xfrm>
            <a:off x="15019602" y="9643520"/>
            <a:ext cx="81451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Studies subjectively ranked based on data relevance and quality by one reviewer.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CEC34-88F1-37CC-1A72-7AD14FD30BD3}"/>
              </a:ext>
            </a:extLst>
          </p:cNvPr>
          <p:cNvSpPr txBox="1"/>
          <p:nvPr/>
        </p:nvSpPr>
        <p:spPr>
          <a:xfrm>
            <a:off x="15324402" y="4708930"/>
            <a:ext cx="81451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Studies subjectively ranked based on data relevance and quality by one reviewer.</a:t>
            </a:r>
          </a:p>
        </p:txBody>
      </p:sp>
    </p:spTree>
    <p:extLst>
      <p:ext uri="{BB962C8B-B14F-4D97-AF65-F5344CB8AC3E}">
        <p14:creationId xmlns:p14="http://schemas.microsoft.com/office/powerpoint/2010/main" val="3521527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115</Words>
  <Application>Microsoft Office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NIVA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Welch</dc:creator>
  <cp:lastModifiedBy>Sam Welch</cp:lastModifiedBy>
  <cp:revision>15</cp:revision>
  <dcterms:created xsi:type="dcterms:W3CDTF">2026-03-26T10:01:46Z</dcterms:created>
  <dcterms:modified xsi:type="dcterms:W3CDTF">2026-09-12T10:53:11Z</dcterms:modified>
</cp:coreProperties>
</file>